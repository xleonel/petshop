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384" r:id="rId3"/>
    <p:sldId id="387" r:id="rId4"/>
    <p:sldId id="385" r:id="rId5"/>
    <p:sldId id="388" r:id="rId6"/>
    <p:sldId id="391" r:id="rId7"/>
    <p:sldId id="393" r:id="rId8"/>
    <p:sldId id="394" r:id="rId9"/>
    <p:sldId id="392" r:id="rId10"/>
    <p:sldId id="275" r:id="rId11"/>
  </p:sldIdLst>
  <p:sldSz cx="9144000" cy="6858000" type="screen4x3"/>
  <p:notesSz cx="6877050" cy="9653588"/>
  <p:custDataLst>
    <p:tags r:id="rId14"/>
  </p:custDataLst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40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E87540-1904-46D3-A2B9-4A06CFC70C2C}" v="756" dt="2021-05-11T00:33:08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941" autoAdjust="0"/>
  </p:normalViewPr>
  <p:slideViewPr>
    <p:cSldViewPr>
      <p:cViewPr varScale="1">
        <p:scale>
          <a:sx n="112" d="100"/>
          <a:sy n="112" d="100"/>
        </p:scale>
        <p:origin x="1507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8" d="100"/>
          <a:sy n="78" d="100"/>
        </p:scale>
        <p:origin x="-2100" y="-84"/>
      </p:cViewPr>
      <p:guideLst>
        <p:guide orient="horz" pos="3040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E72371A-7CCF-43DB-8EF3-47874DFFD9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9738" cy="482600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BA89BD6-3023-423A-9A25-15A9CCE454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5725" y="0"/>
            <a:ext cx="2979738" cy="482600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CEAAE63-B848-42B8-B77E-F1AA1D8F0F87}" type="datetimeFigureOut">
              <a:rPr lang="pt-BR"/>
              <a:pPr>
                <a:defRPr/>
              </a:pPr>
              <a:t>10/05/2021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2D55584-9876-4041-944E-4D2FBA233F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69400"/>
            <a:ext cx="2979738" cy="482600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328F89-F4DC-4078-BE11-3A12B5F4F7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95725" y="9169400"/>
            <a:ext cx="2979738" cy="482600"/>
          </a:xfrm>
          <a:prstGeom prst="rect">
            <a:avLst/>
          </a:prstGeom>
        </p:spPr>
        <p:txBody>
          <a:bodyPr vert="horz" wrap="square" lIns="91426" tIns="45713" rIns="91426" bIns="4571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D64135D9-108E-4C67-A63D-DC52D202707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A1ADDC65-F3B7-47A5-B421-8C8F9DAD72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9738" cy="482600"/>
          </a:xfrm>
          <a:prstGeom prst="rect">
            <a:avLst/>
          </a:prstGeom>
        </p:spPr>
        <p:txBody>
          <a:bodyPr vert="horz" lIns="94444" tIns="47222" rIns="94444" bIns="4722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576AA5D-D829-458F-9F27-14BD0F0B78E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95725" y="0"/>
            <a:ext cx="2979738" cy="482600"/>
          </a:xfrm>
          <a:prstGeom prst="rect">
            <a:avLst/>
          </a:prstGeom>
        </p:spPr>
        <p:txBody>
          <a:bodyPr vert="horz" lIns="94444" tIns="47222" rIns="94444" bIns="47222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125E2F0-CC6E-4AFD-8DB7-4BC02414CAE0}" type="datetimeFigureOut">
              <a:rPr lang="pt-BR"/>
              <a:pPr>
                <a:defRPr/>
              </a:pPr>
              <a:t>10/05/2021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99C75440-60A1-49DB-A5CD-30FC9AFE5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723900"/>
            <a:ext cx="4826000" cy="3619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44" tIns="47222" rIns="94444" bIns="47222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32ED32DC-F76C-4D22-8CF2-1A448CEF3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7388" y="4584700"/>
            <a:ext cx="5502275" cy="4344988"/>
          </a:xfrm>
          <a:prstGeom prst="rect">
            <a:avLst/>
          </a:prstGeom>
        </p:spPr>
        <p:txBody>
          <a:bodyPr vert="horz" lIns="94444" tIns="47222" rIns="94444" bIns="47222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8AA15C-633A-42E7-9ABB-B4E481AC4A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69400"/>
            <a:ext cx="2979738" cy="482600"/>
          </a:xfrm>
          <a:prstGeom prst="rect">
            <a:avLst/>
          </a:prstGeom>
        </p:spPr>
        <p:txBody>
          <a:bodyPr vert="horz" lIns="94444" tIns="47222" rIns="94444" bIns="4722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CFBB12-8265-4A51-968E-3B2409D1A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95725" y="9169400"/>
            <a:ext cx="2979738" cy="482600"/>
          </a:xfrm>
          <a:prstGeom prst="rect">
            <a:avLst/>
          </a:prstGeom>
        </p:spPr>
        <p:txBody>
          <a:bodyPr vert="horz" wrap="square" lIns="94444" tIns="47222" rIns="94444" bIns="4722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1C0E52CD-A3DD-4FBE-B9CE-504F948D9EB1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DDFE199-220C-4631-916F-4FBC9D2AAF42}"/>
              </a:ext>
            </a:extLst>
          </p:cNvPr>
          <p:cNvSpPr/>
          <p:nvPr userDrawn="1"/>
        </p:nvSpPr>
        <p:spPr>
          <a:xfrm>
            <a:off x="0" y="-24"/>
            <a:ext cx="9144000" cy="2142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/>
              <a:t>Aplicações para Internet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FFF9F41-89FB-46FD-AA29-63D0E4D7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4D6F658-DE63-4804-B243-4586F41D857E}" type="datetimeFigureOut">
              <a:rPr lang="pt-BR"/>
              <a:pPr>
                <a:defRPr/>
              </a:pPr>
              <a:t>10/05/2021</a:t>
            </a:fld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F2FF4F-6AA1-46AC-98A3-1EE36E7EE1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42B9A0BF-E9DB-45CA-8CA1-B6C1AD43224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4322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AC07122-1D12-46E2-B7E6-38ACF6A6493B}"/>
              </a:ext>
            </a:extLst>
          </p:cNvPr>
          <p:cNvSpPr/>
          <p:nvPr userDrawn="1"/>
        </p:nvSpPr>
        <p:spPr>
          <a:xfrm>
            <a:off x="0" y="-24"/>
            <a:ext cx="9144000" cy="2142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/>
              <a:t>Desenvolvimento para Internet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B228A0B7-9673-4C46-A247-D1CCF1B09E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4B3CE7A-7239-4D68-B861-066DA4D9A798}" type="datetimeFigureOut">
              <a:rPr lang="pt-BR"/>
              <a:pPr>
                <a:defRPr/>
              </a:pPr>
              <a:t>10/05/2021</a:t>
            </a:fld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C35B15-1107-4F14-B189-DAB0FE982F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73DB9D6A-0B4E-4759-ADF1-C8CD281610A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72172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127CEF41-CA17-45FE-8070-BA35B7ABD9A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85E2B11C-E71F-4A0C-A76F-6D7C9048F6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8CF31EF-E26D-4F34-BA99-DC5404276DDD}"/>
              </a:ext>
            </a:extLst>
          </p:cNvPr>
          <p:cNvSpPr/>
          <p:nvPr userDrawn="1"/>
        </p:nvSpPr>
        <p:spPr>
          <a:xfrm>
            <a:off x="0" y="6671094"/>
            <a:ext cx="9144000" cy="21429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/>
              <a:t>Projeto de Site Estático			</a:t>
            </a:r>
            <a:r>
              <a:rPr lang="pt-BR" sz="1400" b="1" dirty="0"/>
              <a:t>Projeto PetShop</a:t>
            </a:r>
            <a:r>
              <a:rPr lang="pt-BR" sz="1400" dirty="0"/>
              <a:t>			Prof. Carlos Majer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>
            <a:extLst>
              <a:ext uri="{FF2B5EF4-FFF2-40B4-BE49-F238E27FC236}">
                <a16:creationId xmlns:a16="http://schemas.microsoft.com/office/drawing/2014/main" id="{D21B55DA-9EAB-48E2-B8B1-FF7505215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12875"/>
            <a:ext cx="7772400" cy="1470025"/>
          </a:xfrm>
        </p:spPr>
        <p:txBody>
          <a:bodyPr/>
          <a:lstStyle/>
          <a:p>
            <a:pPr eaLnBrk="1" hangingPunct="1"/>
            <a:r>
              <a:rPr lang="pt-BR" altLang="pt-BR"/>
              <a:t>PROJETO PetShop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06F7BC7-86BA-485A-8EC8-0FD00E1032C4}"/>
              </a:ext>
            </a:extLst>
          </p:cNvPr>
          <p:cNvSpPr txBox="1"/>
          <p:nvPr/>
        </p:nvSpPr>
        <p:spPr>
          <a:xfrm>
            <a:off x="317500" y="5732463"/>
            <a:ext cx="8712200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/>
              <a:t>Esta é uma apresentação do projeto de site PetShop desenvolvida como parte da entrega final de projeto da disciplina </a:t>
            </a:r>
            <a:r>
              <a:rPr lang="pt-BR" sz="1400" b="1" dirty="0">
                <a:solidFill>
                  <a:schemeClr val="tx2">
                    <a:lumMod val="75000"/>
                  </a:schemeClr>
                </a:solidFill>
              </a:rPr>
              <a:t>Aplicações para Internet </a:t>
            </a:r>
            <a:r>
              <a:rPr lang="pt-BR" sz="1400" dirty="0"/>
              <a:t>da </a:t>
            </a:r>
            <a:r>
              <a:rPr lang="pt-BR" sz="1400" b="1" dirty="0"/>
              <a:t>UNICID</a:t>
            </a:r>
            <a:r>
              <a:rPr lang="pt-BR" sz="1400" dirty="0"/>
              <a:t> (Universidade Cidade de São Paulo) sob a orientação e supervisão do Prof. </a:t>
            </a:r>
            <a:r>
              <a:rPr lang="pt-BR" sz="1400" b="1" dirty="0"/>
              <a:t>Carlos Majer</a:t>
            </a:r>
            <a:r>
              <a:rPr lang="pt-BR" sz="1400" dirty="0"/>
              <a:t>.</a:t>
            </a:r>
          </a:p>
        </p:txBody>
      </p:sp>
      <p:pic>
        <p:nvPicPr>
          <p:cNvPr id="7" name="Imagem 7" descr="Logotipo&#10;&#10;Descrição gerada automaticamente">
            <a:extLst>
              <a:ext uri="{FF2B5EF4-FFF2-40B4-BE49-F238E27FC236}">
                <a16:creationId xmlns:a16="http://schemas.microsoft.com/office/drawing/2014/main" id="{DB804183-79F8-4118-AD0C-4DEADC20B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42" y="2697566"/>
            <a:ext cx="2743200" cy="2743200"/>
          </a:xfrm>
          <a:prstGeom prst="rect">
            <a:avLst/>
          </a:prstGeom>
        </p:spPr>
      </p:pic>
      <p:sp>
        <p:nvSpPr>
          <p:cNvPr id="9" name="Subtítulo 8">
            <a:extLst>
              <a:ext uri="{FF2B5EF4-FFF2-40B4-BE49-F238E27FC236}">
                <a16:creationId xmlns:a16="http://schemas.microsoft.com/office/drawing/2014/main" id="{A2B7C612-E3E5-49C1-BDE7-9AEC325D3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1987" y="3656681"/>
            <a:ext cx="6520149" cy="650915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  <a:cs typeface="Calibri"/>
              </a:rPr>
              <a:t>Nome da Equipe: </a:t>
            </a:r>
            <a:r>
              <a:rPr lang="pt-BR" dirty="0" err="1">
                <a:solidFill>
                  <a:schemeClr val="tx1"/>
                </a:solidFill>
                <a:cs typeface="Calibri"/>
              </a:rPr>
              <a:t>VGieb</a:t>
            </a:r>
            <a:endParaRPr lang="pt-BR" dirty="0">
              <a:solidFill>
                <a:schemeClr val="tx1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aixaDeTexto 3">
            <a:extLst>
              <a:ext uri="{FF2B5EF4-FFF2-40B4-BE49-F238E27FC236}">
                <a16:creationId xmlns:a16="http://schemas.microsoft.com/office/drawing/2014/main" id="{12F3CC0F-FE55-42A2-9EC5-56DF3134F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3375"/>
            <a:ext cx="84248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pt-BR" altLang="pt-BR" sz="1800" b="1">
                <a:latin typeface="Arial" panose="020B0604020202020204" pitchFamily="34" charset="0"/>
              </a:rPr>
              <a:t>Descrição do Site</a:t>
            </a:r>
          </a:p>
        </p:txBody>
      </p:sp>
      <p:sp>
        <p:nvSpPr>
          <p:cNvPr id="7171" name="CaixaDeTexto 16">
            <a:extLst>
              <a:ext uri="{FF2B5EF4-FFF2-40B4-BE49-F238E27FC236}">
                <a16:creationId xmlns:a16="http://schemas.microsoft.com/office/drawing/2014/main" id="{C31B92A6-85D7-4DE5-89ED-91C3F5702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61" y="675797"/>
            <a:ext cx="85518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pt-BR" sz="1600" dirty="0">
                <a:latin typeface="Arial"/>
                <a:cs typeface="Arial"/>
              </a:rPr>
              <a:t>Foi desenvolvido um site de petshop, com </a:t>
            </a:r>
            <a:r>
              <a:rPr lang="pt-BR" sz="1600" b="1" dirty="0">
                <a:latin typeface="Arial"/>
                <a:cs typeface="Arial"/>
              </a:rPr>
              <a:t>foco em vendas de serviços para pets </a:t>
            </a:r>
            <a:r>
              <a:rPr lang="pt-BR" sz="1600" dirty="0">
                <a:latin typeface="Arial"/>
                <a:cs typeface="Arial"/>
              </a:rPr>
              <a:t>e proporcionar uma navegação </a:t>
            </a:r>
            <a:r>
              <a:rPr lang="pt-BR" sz="1600" b="1" dirty="0">
                <a:latin typeface="Arial"/>
                <a:cs typeface="Arial"/>
              </a:rPr>
              <a:t>boa e intuitiva</a:t>
            </a:r>
            <a:r>
              <a:rPr lang="pt-BR" sz="1600" dirty="0">
                <a:latin typeface="Arial"/>
                <a:cs typeface="Arial"/>
              </a:rPr>
              <a:t>.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1E88429-4A05-41C4-9327-EDCFACBAF60E}"/>
              </a:ext>
            </a:extLst>
          </p:cNvPr>
          <p:cNvSpPr txBox="1"/>
          <p:nvPr/>
        </p:nvSpPr>
        <p:spPr>
          <a:xfrm>
            <a:off x="3621462" y="2693894"/>
            <a:ext cx="5172075" cy="1477328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lang="pt-BR" b="1" dirty="0" err="1">
                <a:latin typeface="Arial"/>
                <a:cs typeface="Arial"/>
              </a:rPr>
              <a:t>Takedi</a:t>
            </a:r>
            <a:r>
              <a:rPr lang="pt-BR" b="1" dirty="0">
                <a:latin typeface="Arial"/>
                <a:cs typeface="Arial"/>
              </a:rPr>
              <a:t> Petshop é um site de petshop, desenvolvido com o intuito de oferecer ofertas de serviços para pets. Como, atendimento veterinário, adoção, banho, tosa e passeador.</a:t>
            </a:r>
            <a:endParaRPr lang="pt-BR" b="1"/>
          </a:p>
        </p:txBody>
      </p:sp>
      <p:pic>
        <p:nvPicPr>
          <p:cNvPr id="2" name="Imagem 4">
            <a:extLst>
              <a:ext uri="{FF2B5EF4-FFF2-40B4-BE49-F238E27FC236}">
                <a16:creationId xmlns:a16="http://schemas.microsoft.com/office/drawing/2014/main" id="{BE436A94-D6F0-4D96-9A06-4F0191406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83" y="1974476"/>
            <a:ext cx="31242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>
            <a:extLst>
              <a:ext uri="{FF2B5EF4-FFF2-40B4-BE49-F238E27FC236}">
                <a16:creationId xmlns:a16="http://schemas.microsoft.com/office/drawing/2014/main" id="{E12F626F-EEBA-474C-B946-088E90C2F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3375"/>
            <a:ext cx="84248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pt-BR" altLang="pt-BR" sz="1800" b="1">
                <a:latin typeface="Arial" panose="020B0604020202020204" pitchFamily="34" charset="0"/>
              </a:rPr>
              <a:t>Mapa do Site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7D23600-13A8-4A43-9488-18AA0717A586}"/>
              </a:ext>
            </a:extLst>
          </p:cNvPr>
          <p:cNvSpPr/>
          <p:nvPr/>
        </p:nvSpPr>
        <p:spPr>
          <a:xfrm>
            <a:off x="295275" y="1125538"/>
            <a:ext cx="8551863" cy="532765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3" name="Imagem 3" descr="Diagrama&#10;&#10;Descrição gerada automaticamente">
            <a:extLst>
              <a:ext uri="{FF2B5EF4-FFF2-40B4-BE49-F238E27FC236}">
                <a16:creationId xmlns:a16="http://schemas.microsoft.com/office/drawing/2014/main" id="{C15F337A-025F-4330-BCC4-2E92057B5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87" y="1877229"/>
            <a:ext cx="8156841" cy="34799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aixaDeTexto 3">
            <a:extLst>
              <a:ext uri="{FF2B5EF4-FFF2-40B4-BE49-F238E27FC236}">
                <a16:creationId xmlns:a16="http://schemas.microsoft.com/office/drawing/2014/main" id="{5128CB69-F261-450C-A244-EF0CCAFCE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3375"/>
            <a:ext cx="84248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pt-BR" altLang="pt-BR" sz="1800" b="1">
                <a:latin typeface="Arial" panose="020B0604020202020204" pitchFamily="34" charset="0"/>
              </a:rPr>
              <a:t>Home Page</a:t>
            </a:r>
          </a:p>
        </p:txBody>
      </p:sp>
      <p:pic>
        <p:nvPicPr>
          <p:cNvPr id="6" name="Imagem 6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9243A219-8C37-4D31-A850-092928606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00481"/>
            <a:ext cx="4553511" cy="4845194"/>
          </a:xfrm>
          <a:prstGeom prst="rect">
            <a:avLst/>
          </a:prstGeom>
        </p:spPr>
      </p:pic>
      <p:pic>
        <p:nvPicPr>
          <p:cNvPr id="7" name="Imagem 7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6D6A7BE2-F257-437B-AED7-9CAD3A71F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76" y="703264"/>
            <a:ext cx="4581526" cy="4802654"/>
          </a:xfrm>
          <a:prstGeom prst="rect">
            <a:avLst/>
          </a:prstGeom>
        </p:spPr>
      </p:pic>
      <p:pic>
        <p:nvPicPr>
          <p:cNvPr id="8" name="Imagem 8" descr="Forma&#10;&#10;Descrição gerada automaticamente">
            <a:extLst>
              <a:ext uri="{FF2B5EF4-FFF2-40B4-BE49-F238E27FC236}">
                <a16:creationId xmlns:a16="http://schemas.microsoft.com/office/drawing/2014/main" id="{2867CFD6-6948-41BC-BE2B-AD9633EAC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454" y="5549731"/>
            <a:ext cx="9170893" cy="1100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>
            <a:extLst>
              <a:ext uri="{FF2B5EF4-FFF2-40B4-BE49-F238E27FC236}">
                <a16:creationId xmlns:a16="http://schemas.microsoft.com/office/drawing/2014/main" id="{89C5729D-7030-4204-9584-58E005A4E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3375"/>
            <a:ext cx="84248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FontTx/>
              <a:buNone/>
              <a:defRPr/>
            </a:pPr>
            <a:r>
              <a:rPr lang="pt-BR" altLang="pt-BR" sz="1800" b="1" dirty="0" err="1">
                <a:latin typeface="Arial"/>
                <a:cs typeface="Arial"/>
              </a:rPr>
              <a:t>ServicosPage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0E4598A-CA17-42B2-B825-750833643B6F}"/>
              </a:ext>
            </a:extLst>
          </p:cNvPr>
          <p:cNvSpPr/>
          <p:nvPr/>
        </p:nvSpPr>
        <p:spPr>
          <a:xfrm>
            <a:off x="295275" y="1125538"/>
            <a:ext cx="8551863" cy="511175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6154E0F-73D8-4D91-B81C-F84C2C25B42F}"/>
              </a:ext>
            </a:extLst>
          </p:cNvPr>
          <p:cNvSpPr txBox="1"/>
          <p:nvPr/>
        </p:nvSpPr>
        <p:spPr>
          <a:xfrm>
            <a:off x="323850" y="6237288"/>
            <a:ext cx="2501006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/>
            </a:pPr>
            <a:r>
              <a:rPr lang="pt-BR" sz="1600" dirty="0">
                <a:latin typeface="Arial"/>
                <a:cs typeface="Arial"/>
              </a:rPr>
              <a:t>Feito por : Iago </a:t>
            </a:r>
            <a:r>
              <a:rPr lang="pt-BR" sz="1600" dirty="0" err="1">
                <a:latin typeface="Arial"/>
                <a:cs typeface="Arial"/>
              </a:rPr>
              <a:t>Cezimbra</a:t>
            </a:r>
            <a:endParaRPr lang="pt-BR" sz="1600" b="1" dirty="0" err="1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>
            <a:extLst>
              <a:ext uri="{FF2B5EF4-FFF2-40B4-BE49-F238E27FC236}">
                <a16:creationId xmlns:a16="http://schemas.microsoft.com/office/drawing/2014/main" id="{89C5729D-7030-4204-9584-58E005A4E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3375"/>
            <a:ext cx="84248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FontTx/>
              <a:buNone/>
              <a:defRPr/>
            </a:pPr>
            <a:r>
              <a:rPr lang="pt-BR" altLang="pt-BR" sz="1800" b="1" dirty="0" err="1">
                <a:latin typeface="Arial"/>
                <a:cs typeface="Arial"/>
              </a:rPr>
              <a:t>DetalhesServicosPage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0E4598A-CA17-42B2-B825-750833643B6F}"/>
              </a:ext>
            </a:extLst>
          </p:cNvPr>
          <p:cNvSpPr/>
          <p:nvPr/>
        </p:nvSpPr>
        <p:spPr>
          <a:xfrm>
            <a:off x="295275" y="1125538"/>
            <a:ext cx="8551863" cy="511175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6154E0F-73D8-4D91-B81C-F84C2C25B42F}"/>
              </a:ext>
            </a:extLst>
          </p:cNvPr>
          <p:cNvSpPr txBox="1"/>
          <p:nvPr/>
        </p:nvSpPr>
        <p:spPr>
          <a:xfrm>
            <a:off x="323850" y="6237288"/>
            <a:ext cx="2501006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/>
            </a:pPr>
            <a:r>
              <a:rPr lang="pt-BR" sz="1600" dirty="0">
                <a:latin typeface="Arial"/>
                <a:cs typeface="Arial"/>
              </a:rPr>
              <a:t>Feito por : Iago </a:t>
            </a:r>
            <a:r>
              <a:rPr lang="pt-BR" sz="1600" dirty="0" err="1">
                <a:latin typeface="Arial"/>
                <a:cs typeface="Arial"/>
              </a:rPr>
              <a:t>Cezimbra</a:t>
            </a:r>
            <a:endParaRPr lang="pt-BR" sz="1600" b="1" dirty="0" err="1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768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>
            <a:extLst>
              <a:ext uri="{FF2B5EF4-FFF2-40B4-BE49-F238E27FC236}">
                <a16:creationId xmlns:a16="http://schemas.microsoft.com/office/drawing/2014/main" id="{89C5729D-7030-4204-9584-58E005A4E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3375"/>
            <a:ext cx="84248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FontTx/>
              <a:buNone/>
              <a:defRPr/>
            </a:pPr>
            <a:r>
              <a:rPr lang="pt-BR" altLang="pt-BR" sz="1800" b="1" dirty="0" err="1">
                <a:latin typeface="Arial"/>
                <a:cs typeface="Arial"/>
              </a:rPr>
              <a:t>AtendimentoVeterinarioPage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0E4598A-CA17-42B2-B825-750833643B6F}"/>
              </a:ext>
            </a:extLst>
          </p:cNvPr>
          <p:cNvSpPr/>
          <p:nvPr/>
        </p:nvSpPr>
        <p:spPr>
          <a:xfrm>
            <a:off x="295275" y="1125538"/>
            <a:ext cx="8551863" cy="511175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6154E0F-73D8-4D91-B81C-F84C2C25B42F}"/>
              </a:ext>
            </a:extLst>
          </p:cNvPr>
          <p:cNvSpPr txBox="1"/>
          <p:nvPr/>
        </p:nvSpPr>
        <p:spPr>
          <a:xfrm>
            <a:off x="323850" y="6237288"/>
            <a:ext cx="2294218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/>
            </a:pPr>
            <a:r>
              <a:rPr lang="pt-BR" sz="1600" dirty="0">
                <a:latin typeface="Arial"/>
                <a:cs typeface="Arial"/>
              </a:rPr>
              <a:t>Feito por : Bruna Pinho</a:t>
            </a:r>
            <a:endParaRPr lang="pt-BR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394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>
            <a:extLst>
              <a:ext uri="{FF2B5EF4-FFF2-40B4-BE49-F238E27FC236}">
                <a16:creationId xmlns:a16="http://schemas.microsoft.com/office/drawing/2014/main" id="{89C5729D-7030-4204-9584-58E005A4E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3375"/>
            <a:ext cx="84248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None/>
              <a:defRPr/>
            </a:pPr>
            <a:r>
              <a:rPr lang="pt-BR" altLang="pt-BR" sz="1800" b="1" dirty="0" err="1">
                <a:latin typeface="Arial"/>
                <a:cs typeface="Arial"/>
              </a:rPr>
              <a:t>SobreEspacoPage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0E4598A-CA17-42B2-B825-750833643B6F}"/>
              </a:ext>
            </a:extLst>
          </p:cNvPr>
          <p:cNvSpPr/>
          <p:nvPr/>
        </p:nvSpPr>
        <p:spPr>
          <a:xfrm>
            <a:off x="295275" y="1125538"/>
            <a:ext cx="8551863" cy="511175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6154E0F-73D8-4D91-B81C-F84C2C25B42F}"/>
              </a:ext>
            </a:extLst>
          </p:cNvPr>
          <p:cNvSpPr txBox="1"/>
          <p:nvPr/>
        </p:nvSpPr>
        <p:spPr>
          <a:xfrm>
            <a:off x="323850" y="6237288"/>
            <a:ext cx="2566728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/>
            </a:pPr>
            <a:r>
              <a:rPr lang="pt-BR" sz="1600" dirty="0">
                <a:latin typeface="Arial"/>
                <a:cs typeface="Arial"/>
              </a:rPr>
              <a:t>Feito por : Elias Felizardo 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03703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>
            <a:extLst>
              <a:ext uri="{FF2B5EF4-FFF2-40B4-BE49-F238E27FC236}">
                <a16:creationId xmlns:a16="http://schemas.microsoft.com/office/drawing/2014/main" id="{89C5729D-7030-4204-9584-58E005A4E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3375"/>
            <a:ext cx="84248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FontTx/>
              <a:buNone/>
              <a:defRPr/>
            </a:pPr>
            <a:r>
              <a:rPr lang="pt-BR" altLang="pt-BR" sz="1800" b="1" dirty="0" err="1">
                <a:latin typeface="Arial"/>
                <a:cs typeface="Arial"/>
              </a:rPr>
              <a:t>AdocaoPage</a:t>
            </a:r>
            <a:endParaRPr lang="pt-BR" altLang="pt-BR" sz="1800" b="1">
              <a:latin typeface="Arial"/>
              <a:cs typeface="Arial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0E4598A-CA17-42B2-B825-750833643B6F}"/>
              </a:ext>
            </a:extLst>
          </p:cNvPr>
          <p:cNvSpPr/>
          <p:nvPr/>
        </p:nvSpPr>
        <p:spPr>
          <a:xfrm>
            <a:off x="295275" y="1125538"/>
            <a:ext cx="8551863" cy="511175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6154E0F-73D8-4D91-B81C-F84C2C25B42F}"/>
              </a:ext>
            </a:extLst>
          </p:cNvPr>
          <p:cNvSpPr txBox="1"/>
          <p:nvPr/>
        </p:nvSpPr>
        <p:spPr>
          <a:xfrm>
            <a:off x="323850" y="6237288"/>
            <a:ext cx="3526928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/>
            </a:pPr>
            <a:r>
              <a:rPr lang="pt-BR" sz="1600" dirty="0">
                <a:latin typeface="Arial"/>
                <a:cs typeface="Arial"/>
              </a:rPr>
              <a:t>Feito por : Gustavo Casco Zacharias</a:t>
            </a:r>
            <a:endParaRPr lang="pt-BR" sz="1600" b="1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3" name="Imagem 4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152B3CBE-6E7B-405F-A4EA-F952ACAB7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35" y="1123492"/>
            <a:ext cx="8552329" cy="2970476"/>
          </a:xfrm>
          <a:prstGeom prst="rect">
            <a:avLst/>
          </a:prstGeom>
        </p:spPr>
      </p:pic>
      <p:pic>
        <p:nvPicPr>
          <p:cNvPr id="5" name="Imagem 5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127E7367-584B-41EC-8947-1D8FE8BBC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35" y="4100493"/>
            <a:ext cx="8552329" cy="217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23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>
            <a:extLst>
              <a:ext uri="{FF2B5EF4-FFF2-40B4-BE49-F238E27FC236}">
                <a16:creationId xmlns:a16="http://schemas.microsoft.com/office/drawing/2014/main" id="{FE1BEF67-86C8-4ED0-A46A-CECEF24BC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24" y="615016"/>
            <a:ext cx="7772400" cy="1470025"/>
          </a:xfrm>
        </p:spPr>
        <p:txBody>
          <a:bodyPr/>
          <a:lstStyle/>
          <a:p>
            <a:pPr eaLnBrk="1" hangingPunct="1"/>
            <a:r>
              <a:rPr lang="pt-BR" altLang="pt-BR"/>
              <a:t>PROJETO PetShop</a:t>
            </a:r>
          </a:p>
        </p:txBody>
      </p:sp>
      <p:sp>
        <p:nvSpPr>
          <p:cNvPr id="49" name="Subtítulo 2">
            <a:extLst>
              <a:ext uri="{FF2B5EF4-FFF2-40B4-BE49-F238E27FC236}">
                <a16:creationId xmlns:a16="http://schemas.microsoft.com/office/drawing/2014/main" id="{E2EB8E4A-F407-4036-9482-F4C42C97F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122" y="2086630"/>
            <a:ext cx="8856662" cy="4343119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pt-BR" sz="2400" dirty="0"/>
          </a:p>
          <a:p>
            <a:pPr>
              <a:spcAft>
                <a:spcPts val="0"/>
              </a:spcAft>
              <a:defRPr/>
            </a:pPr>
            <a:r>
              <a:rPr lang="pt-BR" sz="2400" b="1" dirty="0">
                <a:solidFill>
                  <a:schemeClr val="tx1"/>
                </a:solidFill>
                <a:ea typeface="+mn-lt"/>
                <a:cs typeface="+mn-lt"/>
              </a:rPr>
              <a:t>Apresentação da Equipe</a:t>
            </a:r>
            <a:endParaRPr lang="en-US" sz="240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spcAft>
                <a:spcPts val="0"/>
              </a:spcAft>
              <a:defRPr/>
            </a:pPr>
            <a:endParaRPr lang="pt-BR" sz="2000" dirty="0">
              <a:ea typeface="+mn-lt"/>
              <a:cs typeface="+mn-lt"/>
            </a:endParaRPr>
          </a:p>
          <a:p>
            <a:pPr>
              <a:spcAft>
                <a:spcPts val="0"/>
              </a:spcAft>
              <a:defRPr/>
            </a:pPr>
            <a:r>
              <a:rPr lang="pt-BR" sz="2200" dirty="0">
                <a:solidFill>
                  <a:schemeClr val="tx1"/>
                </a:solidFill>
                <a:ea typeface="+mn-lt"/>
                <a:cs typeface="+mn-lt"/>
              </a:rPr>
              <a:t>Bruna Pinho - 25352091 - brunappinho1@gmail.com - (11) 95469-1914</a:t>
            </a:r>
          </a:p>
          <a:p>
            <a:pPr>
              <a:spcAft>
                <a:spcPts val="0"/>
              </a:spcAft>
              <a:defRPr/>
            </a:pPr>
            <a:r>
              <a:rPr lang="pt-BR" sz="2200" dirty="0">
                <a:solidFill>
                  <a:schemeClr val="tx1"/>
                </a:solidFill>
                <a:ea typeface="+mn-lt"/>
                <a:cs typeface="+mn-lt"/>
              </a:rPr>
              <a:t>Elias Felizardo - 26324971 - elias_t.i_felizardo@hotmail.com - (11) 94061-2313</a:t>
            </a:r>
          </a:p>
          <a:p>
            <a:pPr>
              <a:defRPr/>
            </a:pPr>
            <a:r>
              <a:rPr lang="pt-BR" sz="2200" dirty="0">
                <a:solidFill>
                  <a:schemeClr val="tx1"/>
                </a:solidFill>
                <a:ea typeface="+mn-lt"/>
                <a:cs typeface="+mn-lt"/>
              </a:rPr>
              <a:t>Gustavo Casco - 26172623 - gugugacasco007@gmail.com - (11) 97697-9198</a:t>
            </a:r>
          </a:p>
          <a:p>
            <a:pPr>
              <a:spcAft>
                <a:spcPts val="0"/>
              </a:spcAft>
              <a:defRPr/>
            </a:pPr>
            <a:r>
              <a:rPr lang="pt-BR" sz="2200" dirty="0">
                <a:solidFill>
                  <a:schemeClr val="tx1"/>
                </a:solidFill>
                <a:ea typeface="+mn-lt"/>
                <a:cs typeface="+mn-lt"/>
              </a:rPr>
              <a:t>Iago </a:t>
            </a:r>
            <a:r>
              <a:rPr lang="pt-BR" sz="2200" dirty="0" err="1">
                <a:solidFill>
                  <a:schemeClr val="tx1"/>
                </a:solidFill>
                <a:ea typeface="+mn-lt"/>
                <a:cs typeface="+mn-lt"/>
              </a:rPr>
              <a:t>Cezimbra</a:t>
            </a:r>
            <a:r>
              <a:rPr lang="pt-BR" sz="2200" dirty="0">
                <a:solidFill>
                  <a:schemeClr val="tx1"/>
                </a:solidFill>
                <a:ea typeface="+mn-lt"/>
                <a:cs typeface="+mn-lt"/>
              </a:rPr>
              <a:t> - 25705440 - iago_cezimbra@outlook.com - (11) 95469-1914</a:t>
            </a:r>
          </a:p>
          <a:p>
            <a:pPr>
              <a:spcAft>
                <a:spcPts val="0"/>
              </a:spcAft>
              <a:defRPr/>
            </a:pPr>
            <a:r>
              <a:rPr lang="pt-BR" sz="2200" dirty="0">
                <a:solidFill>
                  <a:schemeClr val="tx1"/>
                </a:solidFill>
                <a:ea typeface="+mn-lt"/>
                <a:cs typeface="+mn-lt"/>
              </a:rPr>
              <a:t>Vitor Leonel - 26184737 -  vitorleonel100@hotmail.com - (11) 99119-5734</a:t>
            </a:r>
            <a:endParaRPr lang="pt-BR" sz="2200" dirty="0">
              <a:solidFill>
                <a:schemeClr val="tx1"/>
              </a:solidFill>
              <a:cs typeface="Calibr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ATION_ID" val="4290"/>
  <p:tag name="ARTICULATE_PRESENTER_VERSION" val="6"/>
  <p:tag name="ARTICULATE_PROJECT_OPEN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pel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1395</TotalTime>
  <Words>475</Words>
  <Application>Microsoft Office PowerPoint</Application>
  <PresentationFormat>Apresentação na tela (4:3)</PresentationFormat>
  <Paragraphs>33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Tema do Office</vt:lpstr>
      <vt:lpstr>PROJETO PetShop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PROJETO PetShop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Propaganda no Meio Digital</dc:title>
  <dc:creator>majer</dc:creator>
  <cp:lastModifiedBy>Carlos Majer</cp:lastModifiedBy>
  <cp:revision>381</cp:revision>
  <dcterms:created xsi:type="dcterms:W3CDTF">2010-04-16T12:55:33Z</dcterms:created>
  <dcterms:modified xsi:type="dcterms:W3CDTF">2021-05-11T00:33:27Z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UseProject">
    <vt:lpwstr>1</vt:lpwstr>
  </property>
  <property fmtid="{D5CDD505-2E9C-101B-9397-08002B2CF9AE}" pid="3" name="ArticulatePath">
    <vt:lpwstr>Sites Internet</vt:lpwstr>
  </property>
  <property fmtid="{D5CDD505-2E9C-101B-9397-08002B2CF9AE}" pid="4" name="ArticulateGUID">
    <vt:lpwstr>DADCA18F-9693-458B-A6FD-98B0DBD27997</vt:lpwstr>
  </property>
  <property fmtid="{D5CDD505-2E9C-101B-9397-08002B2CF9AE}" pid="5" name="ArticulateProjectFull">
    <vt:lpwstr>E:\pessoal\Unicid\_Aulas\__Turmas\_2010\1o. Semestre\MKT Digital\Aulas\2010 04 30 - Sites da Internet\Lojas Virtuais.ppta</vt:lpwstr>
  </property>
</Properties>
</file>